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0" r:id="rId3"/>
    <p:sldId id="268" r:id="rId4"/>
    <p:sldId id="261" r:id="rId5"/>
    <p:sldId id="267" r:id="rId6"/>
    <p:sldId id="263" r:id="rId7"/>
    <p:sldId id="265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6" autoAdjust="0"/>
    <p:restoredTop sz="65796" autoAdjust="0"/>
  </p:normalViewPr>
  <p:slideViewPr>
    <p:cSldViewPr snapToGrid="0">
      <p:cViewPr varScale="1">
        <p:scale>
          <a:sx n="72" d="100"/>
          <a:sy n="72" d="100"/>
        </p:scale>
        <p:origin x="19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just two examples of requirements we have created for them.</a:t>
            </a:r>
          </a:p>
          <a:p>
            <a:endParaRPr lang="en-US" dirty="0"/>
          </a:p>
          <a:p>
            <a:r>
              <a:rPr lang="en-US" dirty="0"/>
              <a:t>These have been selected as examples of our focus on security and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A637-58BF-B08D-ED25-56698FF7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FBEB7-943B-936C-CE54-24CCE8864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C716A-E450-7F63-531A-2D8DE7065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these are just a couple of nonfunctional requirements to communicate our vision to our client.</a:t>
            </a:r>
          </a:p>
          <a:p>
            <a:endParaRPr lang="en-US" dirty="0"/>
          </a:p>
          <a:p>
            <a:r>
              <a:rPr lang="en-US" dirty="0"/>
              <a:t>Our vision for this application is excellent execution without sacrificing security, thus hitting those same two points on this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22557-1759-05A4-E137-46A8E40CD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72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</a:p>
          <a:p>
            <a:endParaRPr lang="en-US" baseline="0" dirty="0"/>
          </a:p>
          <a:p>
            <a:r>
              <a:rPr lang="en-US" baseline="0" dirty="0"/>
              <a:t>All Users need to be able to login, and need to be able to create, edit, or deactivate their profile as permitted by policy, procedure, and compliance.</a:t>
            </a:r>
          </a:p>
          <a:p>
            <a:endParaRPr lang="en-US" baseline="0" dirty="0"/>
          </a:p>
          <a:p>
            <a:r>
              <a:rPr lang="en-US" baseline="0" dirty="0"/>
              <a:t>Different user types are then segmented based on the students, the driving instructors, the secretary, IT staff, and the CEO. These each have access to only their needed systems.</a:t>
            </a:r>
          </a:p>
          <a:p>
            <a:endParaRPr lang="en-US" baseline="0" dirty="0"/>
          </a:p>
          <a:p>
            <a:r>
              <a:rPr lang="en-US" dirty="0"/>
              <a:t>Only IT and the CEO can generate reports. Only students and driving instructors can access the learning modules. </a:t>
            </a:r>
          </a:p>
          <a:p>
            <a:r>
              <a:rPr lang="en-US" dirty="0"/>
              <a:t>Only the secretary and students can access purchase and payment of plans.</a:t>
            </a:r>
          </a:p>
          <a:p>
            <a:r>
              <a:rPr lang="en-US" dirty="0"/>
              <a:t>Students, driving instructors, and the secretary all have access to the appointment scheduling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This is the activity diagram for the learning modules portion of the application. Here, we have two lanes for the two different user types that will be accessing this portion.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Students have a dashboard showing progress. If they wish to take a lesson, they can select any module and may complete it or return to that state later.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Instructors have a view containing all their students and can click through to view increased detail on any individual student.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Instructors may provide or update feedback on any individual module, on their driving lessons, or on the student as a whole.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system will automatically notify the student of any new feedback.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</a:p>
          <a:p>
            <a:endParaRPr lang="en-US" baseline="0" dirty="0"/>
          </a:p>
          <a:p>
            <a:r>
              <a:rPr lang="en-US" baseline="0" dirty="0"/>
              <a:t>Security is viewed as a top priority.</a:t>
            </a:r>
          </a:p>
          <a:p>
            <a:endParaRPr lang="en-US" baseline="0" dirty="0"/>
          </a:p>
          <a:p>
            <a:r>
              <a:rPr lang="en-US" baseline="0" dirty="0"/>
              <a:t>The system is intended to be protected from outside attackers, from approved users, and even from employees.</a:t>
            </a:r>
          </a:p>
          <a:p>
            <a:endParaRPr lang="en-US" baseline="0" dirty="0"/>
          </a:p>
          <a:p>
            <a:r>
              <a:rPr lang="en-US" baseline="0" dirty="0"/>
              <a:t>There is a strong emphasis on ensuring compliance and maintaining records.</a:t>
            </a:r>
          </a:p>
          <a:p>
            <a:endParaRPr lang="en-US" baseline="0" dirty="0"/>
          </a:p>
          <a:p>
            <a:r>
              <a:rPr lang="en-US" baseline="0" dirty="0"/>
              <a:t>Payment information is never stored on the server and is handled through a third party payment processor.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Fairly straight forward here. The CEO requested offline access, which was viewed as unsecure. A compromise was reached where he could only generate reports online, but those reports could be exported.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Given the limited timeline, features like additional languages will need to be a future expansion of the design.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other two system limitations are deliberate constraints placed on the system by design for security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John O’Brien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Functional Requirements: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validate user credentials to ensure account security and access permissions.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allow students to book and schedule available driving lesson appointments.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A84A3-5817-2BAA-4A62-11F13D0B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A4429C-E7CB-7B4A-2ACF-835F5A36A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A1F98F-C919-6E99-BB75-8ABA73499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100360-580B-F29B-0BF1-DB5D388D9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CF567C-EEFD-C6EA-7676-430EDA80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CC64-EDC6-51ED-A9EB-BE5341F3F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Nonfunctional Requirements: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run within standard desktop and mobile browsers.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shall encrypt both data at rest and data in-transit following industry standard best practices.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18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[Insert your use case diagram here.]</a:t>
            </a: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0E183-15BC-2A64-889E-9A2256AE9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811" y="530087"/>
            <a:ext cx="6351610" cy="6032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5B00D-7242-44D6-79EC-21C382FE0F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262" y="116560"/>
            <a:ext cx="6708738" cy="6624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The database is encrypted at rest and all transmissions are encrypted in-transit.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User types are implemented to ensure users only have access to parts of the system as needed.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Automatic logs track when changes are made and by who.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database can only be edited through the portal, preventing employees from changing data without it being logged.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The system can only be accessed while online.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initial implementation of the system is only in English. This can be updated later.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system is designed to not store payment information. Payment will be handled via a third-party payment processor.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database has been designed to only be editable through the portal, for compliance and record integrity.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1391</TotalTime>
  <Words>758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John OBrien</cp:lastModifiedBy>
  <cp:revision>21</cp:revision>
  <dcterms:created xsi:type="dcterms:W3CDTF">2019-10-14T02:36:52Z</dcterms:created>
  <dcterms:modified xsi:type="dcterms:W3CDTF">2026-10-19T13:25:06Z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